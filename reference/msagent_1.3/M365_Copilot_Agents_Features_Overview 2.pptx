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5" r:id="rId3"/>
    <p:sldId id="266" r:id="rId4"/>
    <p:sldId id="267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is a M365 Copilot Agent" id="{6141C39C-CEE9-426A-AC55-76B68BD54DE9}">
          <p14:sldIdLst>
            <p14:sldId id="257"/>
            <p14:sldId id="265"/>
          </p14:sldIdLst>
        </p14:section>
        <p14:section name="How to use a M365 Copilot Agent" id="{336AB97E-3D4F-4A6D-B730-06EA774EC730}">
          <p14:sldIdLst>
            <p14:sldId id="266"/>
            <p14:sldId id="267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CC0E0-27D4-48C7-BCD2-6CBCCC224024}" v="10" dt="2026-08-12T15:51:24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dharshini N" userId="833806bc-5488-4128-9146-71b2ba6e0fb0" providerId="ADAL" clId="{0F9D85C0-1B19-459C-9674-9BE3D42B3583}"/>
    <pc:docChg chg="undo custSel addSld delSld modSld sldOrd addSection modSection">
      <pc:chgData name="Priyadharshini N" userId="833806bc-5488-4128-9146-71b2ba6e0fb0" providerId="ADAL" clId="{0F9D85C0-1B19-459C-9674-9BE3D42B3583}" dt="2026-08-12T15:51:43.246" v="572" actId="478"/>
      <pc:docMkLst>
        <pc:docMk/>
      </pc:docMkLst>
      <pc:sldChg chg="modSp mod">
        <pc:chgData name="Priyadharshini N" userId="833806bc-5488-4128-9146-71b2ba6e0fb0" providerId="ADAL" clId="{0F9D85C0-1B19-459C-9674-9BE3D42B3583}" dt="2026-08-12T11:25:37.214" v="209" actId="20577"/>
        <pc:sldMkLst>
          <pc:docMk/>
          <pc:sldMk cId="0" sldId="257"/>
        </pc:sldMkLst>
        <pc:spChg chg="mod">
          <ac:chgData name="Priyadharshini N" userId="833806bc-5488-4128-9146-71b2ba6e0fb0" providerId="ADAL" clId="{0F9D85C0-1B19-459C-9674-9BE3D42B3583}" dt="2026-08-12T11:25:37.214" v="209" actId="20577"/>
          <ac:spMkLst>
            <pc:docMk/>
            <pc:sldMk cId="0" sldId="257"/>
            <ac:spMk id="2" creationId="{00000000-0000-0000-0000-000000000000}"/>
          </ac:spMkLst>
        </pc:spChg>
      </pc:sldChg>
      <pc:sldChg chg="delSp modSp mod">
        <pc:chgData name="Priyadharshini N" userId="833806bc-5488-4128-9146-71b2ba6e0fb0" providerId="ADAL" clId="{0F9D85C0-1B19-459C-9674-9BE3D42B3583}" dt="2026-08-12T15:51:43.246" v="572" actId="478"/>
        <pc:sldMkLst>
          <pc:docMk/>
          <pc:sldMk cId="0" sldId="261"/>
        </pc:sldMkLst>
        <pc:spChg chg="mod">
          <ac:chgData name="Priyadharshini N" userId="833806bc-5488-4128-9146-71b2ba6e0fb0" providerId="ADAL" clId="{0F9D85C0-1B19-459C-9674-9BE3D42B3583}" dt="2026-08-12T15:51:38.732" v="571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Priyadharshini N" userId="833806bc-5488-4128-9146-71b2ba6e0fb0" providerId="ADAL" clId="{0F9D85C0-1B19-459C-9674-9BE3D42B3583}" dt="2026-08-12T15:51:43.246" v="572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2T15:50:38.299" v="545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2T15:50:46.497" v="556" actId="20577"/>
          <ac:spMkLst>
            <pc:docMk/>
            <pc:sldMk cId="0" sldId="261"/>
            <ac:spMk id="24" creationId="{00000000-0000-0000-0000-000000000000}"/>
          </ac:spMkLst>
        </pc:spChg>
      </pc:sldChg>
      <pc:sldChg chg="del">
        <pc:chgData name="Priyadharshini N" userId="833806bc-5488-4128-9146-71b2ba6e0fb0" providerId="ADAL" clId="{0F9D85C0-1B19-459C-9674-9BE3D42B3583}" dt="2026-08-12T11:14:22.519" v="0" actId="2696"/>
        <pc:sldMkLst>
          <pc:docMk/>
          <pc:sldMk cId="0" sldId="264"/>
        </pc:sldMkLst>
      </pc:sldChg>
      <pc:sldChg chg="addSp delSp modSp mod">
        <pc:chgData name="Priyadharshini N" userId="833806bc-5488-4128-9146-71b2ba6e0fb0" providerId="ADAL" clId="{0F9D85C0-1B19-459C-9674-9BE3D42B3583}" dt="2026-08-12T11:21:05.510" v="184" actId="20577"/>
        <pc:sldMkLst>
          <pc:docMk/>
          <pc:sldMk cId="4143526962" sldId="265"/>
        </pc:sldMkLst>
        <pc:spChg chg="mod">
          <ac:chgData name="Priyadharshini N" userId="833806bc-5488-4128-9146-71b2ba6e0fb0" providerId="ADAL" clId="{0F9D85C0-1B19-459C-9674-9BE3D42B3583}" dt="2026-08-12T11:16:43.153" v="13" actId="1076"/>
          <ac:spMkLst>
            <pc:docMk/>
            <pc:sldMk cId="4143526962" sldId="265"/>
            <ac:spMk id="7" creationId="{6A80382C-9093-A0DA-7401-EE57CFA42167}"/>
          </ac:spMkLst>
        </pc:spChg>
        <pc:spChg chg="mod">
          <ac:chgData name="Priyadharshini N" userId="833806bc-5488-4128-9146-71b2ba6e0fb0" providerId="ADAL" clId="{0F9D85C0-1B19-459C-9674-9BE3D42B3583}" dt="2026-08-12T11:17:32.920" v="27" actId="1076"/>
          <ac:spMkLst>
            <pc:docMk/>
            <pc:sldMk cId="4143526962" sldId="265"/>
            <ac:spMk id="11" creationId="{2CCF3F52-6122-90D5-7222-79B5BF90BDC2}"/>
          </ac:spMkLst>
        </pc:spChg>
        <pc:spChg chg="add mod">
          <ac:chgData name="Priyadharshini N" userId="833806bc-5488-4128-9146-71b2ba6e0fb0" providerId="ADAL" clId="{0F9D85C0-1B19-459C-9674-9BE3D42B3583}" dt="2026-08-12T11:21:05.510" v="184" actId="20577"/>
          <ac:spMkLst>
            <pc:docMk/>
            <pc:sldMk cId="4143526962" sldId="265"/>
            <ac:spMk id="61" creationId="{74DD78FF-38EB-B72E-088E-29F59B3F72E7}"/>
          </ac:spMkLst>
        </pc:spChg>
        <pc:cxnChg chg="mod">
          <ac:chgData name="Priyadharshini N" userId="833806bc-5488-4128-9146-71b2ba6e0fb0" providerId="ADAL" clId="{0F9D85C0-1B19-459C-9674-9BE3D42B3583}" dt="2026-08-12T11:17:43.555" v="28" actId="1076"/>
          <ac:cxnSpMkLst>
            <pc:docMk/>
            <pc:sldMk cId="4143526962" sldId="265"/>
            <ac:cxnSpMk id="8" creationId="{AA9D084C-4BD4-CE95-87B1-A83533C90291}"/>
          </ac:cxnSpMkLst>
        </pc:cxnChg>
        <pc:cxnChg chg="del">
          <ac:chgData name="Priyadharshini N" userId="833806bc-5488-4128-9146-71b2ba6e0fb0" providerId="ADAL" clId="{0F9D85C0-1B19-459C-9674-9BE3D42B3583}" dt="2026-08-12T11:15:30.674" v="1" actId="478"/>
          <ac:cxnSpMkLst>
            <pc:docMk/>
            <pc:sldMk cId="4143526962" sldId="265"/>
            <ac:cxnSpMk id="25" creationId="{28E423D8-7CCA-D894-94A4-097BF44C6B7F}"/>
          </ac:cxnSpMkLst>
        </pc:cxnChg>
        <pc:cxnChg chg="add del mod">
          <ac:chgData name="Priyadharshini N" userId="833806bc-5488-4128-9146-71b2ba6e0fb0" providerId="ADAL" clId="{0F9D85C0-1B19-459C-9674-9BE3D42B3583}" dt="2026-08-12T11:16:02.723" v="8" actId="478"/>
          <ac:cxnSpMkLst>
            <pc:docMk/>
            <pc:sldMk cId="4143526962" sldId="265"/>
            <ac:cxnSpMk id="48" creationId="{F232224C-9B35-03BB-6CFF-A88F57750BAB}"/>
          </ac:cxnSpMkLst>
        </pc:cxnChg>
        <pc:cxnChg chg="add mod">
          <ac:chgData name="Priyadharshini N" userId="833806bc-5488-4128-9146-71b2ba6e0fb0" providerId="ADAL" clId="{0F9D85C0-1B19-459C-9674-9BE3D42B3583}" dt="2026-08-12T11:16:36.121" v="12" actId="14100"/>
          <ac:cxnSpMkLst>
            <pc:docMk/>
            <pc:sldMk cId="4143526962" sldId="265"/>
            <ac:cxnSpMk id="54" creationId="{9FD66762-403D-1533-84D6-66BAA9B25209}"/>
          </ac:cxnSpMkLst>
        </pc:cxnChg>
        <pc:cxnChg chg="add mod">
          <ac:chgData name="Priyadharshini N" userId="833806bc-5488-4128-9146-71b2ba6e0fb0" providerId="ADAL" clId="{0F9D85C0-1B19-459C-9674-9BE3D42B3583}" dt="2026-08-12T11:17:29.680" v="26" actId="1035"/>
          <ac:cxnSpMkLst>
            <pc:docMk/>
            <pc:sldMk cId="4143526962" sldId="265"/>
            <ac:cxnSpMk id="58" creationId="{68406D3A-C37D-CD71-F797-3A67A50F6550}"/>
          </ac:cxnSpMkLst>
        </pc:cxnChg>
      </pc:sldChg>
      <pc:sldChg chg="addSp delSp modSp add mod ord">
        <pc:chgData name="Priyadharshini N" userId="833806bc-5488-4128-9146-71b2ba6e0fb0" providerId="ADAL" clId="{0F9D85C0-1B19-459C-9674-9BE3D42B3583}" dt="2026-08-12T11:29:34.432" v="374" actId="14100"/>
        <pc:sldMkLst>
          <pc:docMk/>
          <pc:sldMk cId="3751326002" sldId="266"/>
        </pc:sldMkLst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3" creationId="{4CF4DBC0-02F0-B63D-C805-6A8622F4D461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5" creationId="{0AED6BB5-4F72-9B21-E010-0C074DE58E30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7" creationId="{AA9B0070-AC0E-5159-2426-453C99541EC2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9" creationId="{F406A2C1-1C53-9BF5-E791-8F400EC60264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11" creationId="{E434D543-E43B-0ACD-2F9C-4D7E8C870C7E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13" creationId="{E40EEA2A-3C11-3EAA-1214-4D982FFD2229}"/>
          </ac:spMkLst>
        </pc:spChg>
        <pc:spChg chg="add mod">
          <ac:chgData name="Priyadharshini N" userId="833806bc-5488-4128-9146-71b2ba6e0fb0" providerId="ADAL" clId="{0F9D85C0-1B19-459C-9674-9BE3D42B3583}" dt="2026-08-12T11:25:30.632" v="201" actId="20577"/>
          <ac:spMkLst>
            <pc:docMk/>
            <pc:sldMk cId="3751326002" sldId="266"/>
            <ac:spMk id="15" creationId="{2FB79AA9-3269-5F85-453E-124AA31EC4CE}"/>
          </ac:spMkLst>
        </pc:spChg>
        <pc:spChg chg="add mod">
          <ac:chgData name="Priyadharshini N" userId="833806bc-5488-4128-9146-71b2ba6e0fb0" providerId="ADAL" clId="{0F9D85C0-1B19-459C-9674-9BE3D42B3583}" dt="2026-08-12T11:26:47.437" v="282" actId="20577"/>
          <ac:spMkLst>
            <pc:docMk/>
            <pc:sldMk cId="3751326002" sldId="266"/>
            <ac:spMk id="17" creationId="{9EBE003E-964B-EFFA-A475-ED1AC1561D6E}"/>
          </ac:spMkLst>
        </pc:spChg>
        <pc:spChg chg="add mod">
          <ac:chgData name="Priyadharshini N" userId="833806bc-5488-4128-9146-71b2ba6e0fb0" providerId="ADAL" clId="{0F9D85C0-1B19-459C-9674-9BE3D42B3583}" dt="2026-08-12T11:27:57.877" v="315" actId="1076"/>
          <ac:spMkLst>
            <pc:docMk/>
            <pc:sldMk cId="3751326002" sldId="266"/>
            <ac:spMk id="21" creationId="{1DB79F4C-E6F8-2C27-3AB1-5266C7DBCFBA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22" creationId="{DF24E47F-BD8E-2FF7-15BB-E2FEB998F3D0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24" creationId="{6AFE7C5C-6ED5-3754-9FFE-7EB4DFB3E2AF}"/>
          </ac:spMkLst>
        </pc:spChg>
        <pc:spChg chg="add mod">
          <ac:chgData name="Priyadharshini N" userId="833806bc-5488-4128-9146-71b2ba6e0fb0" providerId="ADAL" clId="{0F9D85C0-1B19-459C-9674-9BE3D42B3583}" dt="2026-08-12T11:29:16.965" v="371" actId="1076"/>
          <ac:spMkLst>
            <pc:docMk/>
            <pc:sldMk cId="3751326002" sldId="266"/>
            <ac:spMk id="25" creationId="{A810431B-108B-B37E-0D13-6AA919707BED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32" creationId="{B452D74D-CC3D-B2E7-F87A-85E57D41FA8A}"/>
          </ac:spMkLst>
        </pc:spChg>
        <pc:spChg chg="del">
          <ac:chgData name="Priyadharshini N" userId="833806bc-5488-4128-9146-71b2ba6e0fb0" providerId="ADAL" clId="{0F9D85C0-1B19-459C-9674-9BE3D42B3583}" dt="2026-08-12T11:22:28.934" v="191" actId="478"/>
          <ac:spMkLst>
            <pc:docMk/>
            <pc:sldMk cId="3751326002" sldId="266"/>
            <ac:spMk id="61" creationId="{1141E974-5CB9-7A7A-43E6-03326610027D}"/>
          </ac:spMkLst>
        </pc:spChg>
        <pc:picChg chg="add del mod">
          <ac:chgData name="Priyadharshini N" userId="833806bc-5488-4128-9146-71b2ba6e0fb0" providerId="ADAL" clId="{0F9D85C0-1B19-459C-9674-9BE3D42B3583}" dt="2026-08-12T11:28:29.732" v="331" actId="478"/>
          <ac:picMkLst>
            <pc:docMk/>
            <pc:sldMk cId="3751326002" sldId="266"/>
            <ac:picMk id="12" creationId="{A357BD5E-51CA-FCB6-7EB3-0149E52426AB}"/>
          </ac:picMkLst>
        </pc:picChg>
        <pc:picChg chg="add mod ord">
          <ac:chgData name="Priyadharshini N" userId="833806bc-5488-4128-9146-71b2ba6e0fb0" providerId="ADAL" clId="{0F9D85C0-1B19-459C-9674-9BE3D42B3583}" dt="2026-08-12T11:28:40.812" v="334" actId="167"/>
          <ac:picMkLst>
            <pc:docMk/>
            <pc:sldMk cId="3751326002" sldId="266"/>
            <ac:picMk id="35" creationId="{CFA4BA7D-2000-2EA0-857C-DC70204220E4}"/>
          </ac:picMkLst>
        </pc:picChg>
        <pc:cxnChg chg="add del mod">
          <ac:chgData name="Priyadharshini N" userId="833806bc-5488-4128-9146-71b2ba6e0fb0" providerId="ADAL" clId="{0F9D85C0-1B19-459C-9674-9BE3D42B3583}" dt="2026-08-12T11:29:18.457" v="372" actId="478"/>
          <ac:cxnSpMkLst>
            <pc:docMk/>
            <pc:sldMk cId="3751326002" sldId="266"/>
            <ac:cxnSpMk id="27" creationId="{46DE00C7-BE04-471D-810B-6A913AC82DC9}"/>
          </ac:cxnSpMkLst>
        </pc:cxnChg>
        <pc:cxnChg chg="add mod">
          <ac:chgData name="Priyadharshini N" userId="833806bc-5488-4128-9146-71b2ba6e0fb0" providerId="ADAL" clId="{0F9D85C0-1B19-459C-9674-9BE3D42B3583}" dt="2026-08-12T11:28:03.646" v="327" actId="1038"/>
          <ac:cxnSpMkLst>
            <pc:docMk/>
            <pc:sldMk cId="3751326002" sldId="266"/>
            <ac:cxnSpMk id="29" creationId="{95A3ED90-C566-2775-041C-B89E96DC5423}"/>
          </ac:cxnSpMkLst>
        </pc:cxnChg>
        <pc:cxnChg chg="add mod">
          <ac:chgData name="Priyadharshini N" userId="833806bc-5488-4128-9146-71b2ba6e0fb0" providerId="ADAL" clId="{0F9D85C0-1B19-459C-9674-9BE3D42B3583}" dt="2026-08-12T11:29:34.432" v="374" actId="14100"/>
          <ac:cxnSpMkLst>
            <pc:docMk/>
            <pc:sldMk cId="3751326002" sldId="266"/>
            <ac:cxnSpMk id="37" creationId="{CACC11ED-1C3C-9EFE-B25D-15F3A9767A7D}"/>
          </ac:cxnSpMkLst>
        </pc:cxnChg>
      </pc:sldChg>
      <pc:sldChg chg="addSp delSp modSp add mod">
        <pc:chgData name="Priyadharshini N" userId="833806bc-5488-4128-9146-71b2ba6e0fb0" providerId="ADAL" clId="{0F9D85C0-1B19-459C-9674-9BE3D42B3583}" dt="2026-08-12T11:35:34.236" v="490" actId="14100"/>
        <pc:sldMkLst>
          <pc:docMk/>
          <pc:sldMk cId="2227681144" sldId="267"/>
        </pc:sldMkLst>
        <pc:spChg chg="add mod">
          <ac:chgData name="Priyadharshini N" userId="833806bc-5488-4128-9146-71b2ba6e0fb0" providerId="ADAL" clId="{0F9D85C0-1B19-459C-9674-9BE3D42B3583}" dt="2026-08-12T11:33:18.362" v="450" actId="14100"/>
          <ac:spMkLst>
            <pc:docMk/>
            <pc:sldMk cId="2227681144" sldId="267"/>
            <ac:spMk id="10" creationId="{B15B1A2A-655B-2EF3-1F95-CA5D7EBE1443}"/>
          </ac:spMkLst>
        </pc:spChg>
        <pc:spChg chg="add mod">
          <ac:chgData name="Priyadharshini N" userId="833806bc-5488-4128-9146-71b2ba6e0fb0" providerId="ADAL" clId="{0F9D85C0-1B19-459C-9674-9BE3D42B3583}" dt="2026-08-12T11:34:01.138" v="468" actId="404"/>
          <ac:spMkLst>
            <pc:docMk/>
            <pc:sldMk cId="2227681144" sldId="267"/>
            <ac:spMk id="12" creationId="{9AE1F479-59C2-6D24-F392-F4D0275B7814}"/>
          </ac:spMkLst>
        </pc:spChg>
        <pc:spChg chg="del">
          <ac:chgData name="Priyadharshini N" userId="833806bc-5488-4128-9146-71b2ba6e0fb0" providerId="ADAL" clId="{0F9D85C0-1B19-459C-9674-9BE3D42B3583}" dt="2026-08-12T11:30:34.012" v="380" actId="478"/>
          <ac:spMkLst>
            <pc:docMk/>
            <pc:sldMk cId="2227681144" sldId="267"/>
            <ac:spMk id="17" creationId="{CBB9201D-2B70-BF36-5EF3-3BC6EB281047}"/>
          </ac:spMkLst>
        </pc:spChg>
        <pc:spChg chg="add mod">
          <ac:chgData name="Priyadharshini N" userId="833806bc-5488-4128-9146-71b2ba6e0fb0" providerId="ADAL" clId="{0F9D85C0-1B19-459C-9674-9BE3D42B3583}" dt="2026-08-12T11:35:34.236" v="490" actId="14100"/>
          <ac:spMkLst>
            <pc:docMk/>
            <pc:sldMk cId="2227681144" sldId="267"/>
            <ac:spMk id="19" creationId="{BBA8E64B-6021-1867-26A9-D44E04EACFA7}"/>
          </ac:spMkLst>
        </pc:spChg>
        <pc:spChg chg="del">
          <ac:chgData name="Priyadharshini N" userId="833806bc-5488-4128-9146-71b2ba6e0fb0" providerId="ADAL" clId="{0F9D85C0-1B19-459C-9674-9BE3D42B3583}" dt="2026-08-12T11:30:46.456" v="384" actId="478"/>
          <ac:spMkLst>
            <pc:docMk/>
            <pc:sldMk cId="2227681144" sldId="267"/>
            <ac:spMk id="21" creationId="{37AD9670-70EF-693E-30E6-743B75EF2E0D}"/>
          </ac:spMkLst>
        </pc:spChg>
        <pc:spChg chg="mod">
          <ac:chgData name="Priyadharshini N" userId="833806bc-5488-4128-9146-71b2ba6e0fb0" providerId="ADAL" clId="{0F9D85C0-1B19-459C-9674-9BE3D42B3583}" dt="2026-08-12T11:32:16.926" v="415" actId="1076"/>
          <ac:spMkLst>
            <pc:docMk/>
            <pc:sldMk cId="2227681144" sldId="267"/>
            <ac:spMk id="25" creationId="{ADD18F15-4C7F-28D4-DF9F-623DE7D2D2AA}"/>
          </ac:spMkLst>
        </pc:spChg>
        <pc:picChg chg="add del mod ord">
          <ac:chgData name="Priyadharshini N" userId="833806bc-5488-4128-9146-71b2ba6e0fb0" providerId="ADAL" clId="{0F9D85C0-1B19-459C-9674-9BE3D42B3583}" dt="2026-08-12T11:31:54.552" v="410" actId="478"/>
          <ac:picMkLst>
            <pc:docMk/>
            <pc:sldMk cId="2227681144" sldId="267"/>
            <ac:picMk id="3" creationId="{D9451008-A02A-9601-E2A2-3F7219D3B776}"/>
          </ac:picMkLst>
        </pc:picChg>
        <pc:picChg chg="add mod ord">
          <ac:chgData name="Priyadharshini N" userId="833806bc-5488-4128-9146-71b2ba6e0fb0" providerId="ADAL" clId="{0F9D85C0-1B19-459C-9674-9BE3D42B3583}" dt="2026-08-12T11:32:06.465" v="414" actId="167"/>
          <ac:picMkLst>
            <pc:docMk/>
            <pc:sldMk cId="2227681144" sldId="267"/>
            <ac:picMk id="6" creationId="{CEB8CE47-8A00-60DC-8C1E-5DB8BA9B7469}"/>
          </ac:picMkLst>
        </pc:picChg>
        <pc:picChg chg="del">
          <ac:chgData name="Priyadharshini N" userId="833806bc-5488-4128-9146-71b2ba6e0fb0" providerId="ADAL" clId="{0F9D85C0-1B19-459C-9674-9BE3D42B3583}" dt="2026-08-12T11:30:17.734" v="376" actId="478"/>
          <ac:picMkLst>
            <pc:docMk/>
            <pc:sldMk cId="2227681144" sldId="267"/>
            <ac:picMk id="35" creationId="{4A7A407E-E421-EE04-D415-154D620E3130}"/>
          </ac:picMkLst>
        </pc:picChg>
        <pc:cxnChg chg="add">
          <ac:chgData name="Priyadharshini N" userId="833806bc-5488-4128-9146-71b2ba6e0fb0" providerId="ADAL" clId="{0F9D85C0-1B19-459C-9674-9BE3D42B3583}" dt="2026-08-12T11:32:38.955" v="417" actId="11529"/>
          <ac:cxnSpMkLst>
            <pc:docMk/>
            <pc:sldMk cId="2227681144" sldId="267"/>
            <ac:cxnSpMk id="8" creationId="{EC7957B8-FE09-FE0A-EB6E-69873F8A1CC1}"/>
          </ac:cxnSpMkLst>
        </pc:cxnChg>
        <pc:cxnChg chg="add mod">
          <ac:chgData name="Priyadharshini N" userId="833806bc-5488-4128-9146-71b2ba6e0fb0" providerId="ADAL" clId="{0F9D85C0-1B19-459C-9674-9BE3D42B3583}" dt="2026-08-12T11:33:49.083" v="460" actId="1037"/>
          <ac:cxnSpMkLst>
            <pc:docMk/>
            <pc:sldMk cId="2227681144" sldId="267"/>
            <ac:cxnSpMk id="13" creationId="{87CDA765-80D6-720F-D7B1-85A47D43B333}"/>
          </ac:cxnSpMkLst>
        </pc:cxnChg>
        <pc:cxnChg chg="add mod">
          <ac:chgData name="Priyadharshini N" userId="833806bc-5488-4128-9146-71b2ba6e0fb0" providerId="ADAL" clId="{0F9D85C0-1B19-459C-9674-9BE3D42B3583}" dt="2026-08-12T11:33:51.589" v="462"/>
          <ac:cxnSpMkLst>
            <pc:docMk/>
            <pc:sldMk cId="2227681144" sldId="267"/>
            <ac:cxnSpMk id="16" creationId="{FD6BF52D-5909-E1DC-56CA-C3FC165360B4}"/>
          </ac:cxnSpMkLst>
        </pc:cxnChg>
        <pc:cxnChg chg="add mod">
          <ac:chgData name="Priyadharshini N" userId="833806bc-5488-4128-9146-71b2ba6e0fb0" providerId="ADAL" clId="{0F9D85C0-1B19-459C-9674-9BE3D42B3583}" dt="2026-08-12T11:35:27.380" v="485" actId="1035"/>
          <ac:cxnSpMkLst>
            <pc:docMk/>
            <pc:sldMk cId="2227681144" sldId="267"/>
            <ac:cxnSpMk id="20" creationId="{2AA67A0D-CBAA-BD1E-3A07-A18CC32D3E91}"/>
          </ac:cxnSpMkLst>
        </pc:cxnChg>
        <pc:cxnChg chg="del">
          <ac:chgData name="Priyadharshini N" userId="833806bc-5488-4128-9146-71b2ba6e0fb0" providerId="ADAL" clId="{0F9D85C0-1B19-459C-9674-9BE3D42B3583}" dt="2026-08-12T11:30:48.246" v="385" actId="478"/>
          <ac:cxnSpMkLst>
            <pc:docMk/>
            <pc:sldMk cId="2227681144" sldId="267"/>
            <ac:cxnSpMk id="29" creationId="{052B8D30-238C-AC33-4F35-447ACD25AB6E}"/>
          </ac:cxnSpMkLst>
        </pc:cxnChg>
        <pc:cxnChg chg="mod">
          <ac:chgData name="Priyadharshini N" userId="833806bc-5488-4128-9146-71b2ba6e0fb0" providerId="ADAL" clId="{0F9D85C0-1B19-459C-9674-9BE3D42B3583}" dt="2026-08-12T11:32:23.359" v="416" actId="1076"/>
          <ac:cxnSpMkLst>
            <pc:docMk/>
            <pc:sldMk cId="2227681144" sldId="267"/>
            <ac:cxnSpMk id="37" creationId="{45C0A278-FE77-29E0-E2D2-FEA118C63AF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[Sources]
Microsoft Learn: Agents extend Copilot with specialized assistants, organizational knowledge and automation (turn1search6, turn1search42, turn1search47).
Microsoft Support: Agents connect to organizational knowledge and data sources and automate business processes (turn1search61).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[Sources]
Microsoft Support: Build your agent using a prompt or template, then configure and create (turn1search60).
Microsoft Learn: Declarative agents can include instructions, custom knowledge, and actions (turn1search47).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2700">
            <a:solidFill>
              <a:srgbClr val="2DD4B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- M365 Copilot agent?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 simple mental model for non-technical users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</a:rPr>
              <a:t>An agent is a focused version of Copilot designed for a specific task, process, or knowledge area.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73152" cy="1920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21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1. It knows the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587752"/>
            <a:ext cx="30815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It can be connected to approved knowledge sources such as files, SharePoint content, or connectors so answers stay grounded.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89120" y="205740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2221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2. It follows instructions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2587752"/>
            <a:ext cx="30815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You define how it should behave, what style it should use, and what tasks it should focus on.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92440" y="20574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92440" y="2057400"/>
            <a:ext cx="73152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21040" y="2221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3. It can help act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2587752"/>
            <a:ext cx="30815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Depending on how it is built, it can support activities such as retrieving information, summarizing, or triggering actions.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828800" y="4828032"/>
            <a:ext cx="8503920" cy="713232"/>
          </a:xfrm>
          <a:prstGeom prst="roundRect">
            <a:avLst>
              <a:gd name="adj" fmla="val 23077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011680" y="50383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In one line: Chat answers broadly. Agents help deeply within a defined workflow.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3D253E-1A9E-ACBD-EABB-979DAE1A8F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14141"/>
            <a:ext cx="12192000" cy="64011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818917-58BD-9C60-A18B-BF0393EBF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268" y="4846188"/>
            <a:ext cx="2152186" cy="109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34CE85-71CD-4226-77D3-36FE1B10240E}"/>
              </a:ext>
            </a:extLst>
          </p:cNvPr>
          <p:cNvCxnSpPr/>
          <p:nvPr/>
        </p:nvCxnSpPr>
        <p:spPr>
          <a:xfrm flipV="1">
            <a:off x="10734675" y="19050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2F7858-E0CF-DBED-3475-C8BA106D7E80}"/>
              </a:ext>
            </a:extLst>
          </p:cNvPr>
          <p:cNvSpPr txBox="1"/>
          <p:nvPr/>
        </p:nvSpPr>
        <p:spPr>
          <a:xfrm>
            <a:off x="9879809" y="1196400"/>
            <a:ext cx="164305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75000"/>
                  </a:schemeClr>
                </a:solidFill>
              </a:rPr>
              <a:t>Or skip to build your own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0382C-9093-A0DA-7401-EE57CFA42167}"/>
              </a:ext>
            </a:extLst>
          </p:cNvPr>
          <p:cNvSpPr txBox="1"/>
          <p:nvPr/>
        </p:nvSpPr>
        <p:spPr>
          <a:xfrm>
            <a:off x="8837922" y="3956671"/>
            <a:ext cx="1440534" cy="457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Sample Agent Templates to build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9D084C-4BD4-CE95-87B1-A83533C90291}"/>
              </a:ext>
            </a:extLst>
          </p:cNvPr>
          <p:cNvCxnSpPr>
            <a:cxnSpLocks/>
          </p:cNvCxnSpPr>
          <p:nvPr/>
        </p:nvCxnSpPr>
        <p:spPr>
          <a:xfrm>
            <a:off x="1007172" y="4185464"/>
            <a:ext cx="0" cy="509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46DD6B-03B1-B13A-0ADA-A9889C6FF9BA}"/>
              </a:ext>
            </a:extLst>
          </p:cNvPr>
          <p:cNvSpPr txBox="1"/>
          <p:nvPr/>
        </p:nvSpPr>
        <p:spPr>
          <a:xfrm>
            <a:off x="7265082" y="1439891"/>
            <a:ext cx="164305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Either you could describe your agent here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29C8F3-094C-292C-DC34-AA153449DBC8}"/>
              </a:ext>
            </a:extLst>
          </p:cNvPr>
          <p:cNvCxnSpPr>
            <a:cxnSpLocks/>
          </p:cNvCxnSpPr>
          <p:nvPr/>
        </p:nvCxnSpPr>
        <p:spPr>
          <a:xfrm>
            <a:off x="8048511" y="2362200"/>
            <a:ext cx="0" cy="95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CF3F52-6122-90D5-7222-79B5BF90BDC2}"/>
              </a:ext>
            </a:extLst>
          </p:cNvPr>
          <p:cNvSpPr txBox="1"/>
          <p:nvPr/>
        </p:nvSpPr>
        <p:spPr>
          <a:xfrm>
            <a:off x="3827997" y="4097613"/>
            <a:ext cx="164305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M365 Copilot Agent UI after clicking on New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5477B0-DC15-7D73-F31A-3476EAD429DC}"/>
              </a:ext>
            </a:extLst>
          </p:cNvPr>
          <p:cNvSpPr txBox="1"/>
          <p:nvPr/>
        </p:nvSpPr>
        <p:spPr>
          <a:xfrm>
            <a:off x="4531461" y="2721655"/>
            <a:ext cx="240029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You could upload your work content here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8CFF790-B3C6-C0AD-8044-17D869532E5B}"/>
              </a:ext>
            </a:extLst>
          </p:cNvPr>
          <p:cNvCxnSpPr>
            <a:cxnSpLocks/>
          </p:cNvCxnSpPr>
          <p:nvPr/>
        </p:nvCxnSpPr>
        <p:spPr>
          <a:xfrm flipV="1">
            <a:off x="1243361" y="654424"/>
            <a:ext cx="1890482" cy="16343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BE1BB9-DE9A-6E23-6BFD-26D0C3D077E4}"/>
              </a:ext>
            </a:extLst>
          </p:cNvPr>
          <p:cNvSpPr txBox="1"/>
          <p:nvPr/>
        </p:nvSpPr>
        <p:spPr>
          <a:xfrm>
            <a:off x="3302854" y="285092"/>
            <a:ext cx="291917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Helps you find, organize, and summarize information on a topic into an easy-to-read report.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AD2706-67BF-0E39-31DF-F6C167870B9C}"/>
              </a:ext>
            </a:extLst>
          </p:cNvPr>
          <p:cNvSpPr/>
          <p:nvPr/>
        </p:nvSpPr>
        <p:spPr>
          <a:xfrm>
            <a:off x="167268" y="2814918"/>
            <a:ext cx="2029075" cy="7261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7EF6A2-582A-74D8-9031-4ED9B375826E}"/>
              </a:ext>
            </a:extLst>
          </p:cNvPr>
          <p:cNvSpPr txBox="1"/>
          <p:nvPr/>
        </p:nvSpPr>
        <p:spPr>
          <a:xfrm>
            <a:off x="167268" y="2881060"/>
            <a:ext cx="20290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All your agents will be listed here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6DDBC0C-FEC6-0510-DFBB-DBDCE4792C14}"/>
              </a:ext>
            </a:extLst>
          </p:cNvPr>
          <p:cNvCxnSpPr>
            <a:cxnSpLocks/>
          </p:cNvCxnSpPr>
          <p:nvPr/>
        </p:nvCxnSpPr>
        <p:spPr>
          <a:xfrm flipV="1">
            <a:off x="1026782" y="1564039"/>
            <a:ext cx="2276072" cy="1114278"/>
          </a:xfrm>
          <a:prstGeom prst="bentConnector3">
            <a:avLst>
              <a:gd name="adj1" fmla="val 81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EE0C7EF-F12B-102D-49F2-875DE00CC9B9}"/>
              </a:ext>
            </a:extLst>
          </p:cNvPr>
          <p:cNvSpPr txBox="1"/>
          <p:nvPr/>
        </p:nvSpPr>
        <p:spPr>
          <a:xfrm>
            <a:off x="3427988" y="1394936"/>
            <a:ext cx="2919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 err="1"/>
              <a:t>Analyzes</a:t>
            </a:r>
            <a:r>
              <a:rPr lang="en-IN" sz="1200" dirty="0"/>
              <a:t> the data you provide and highlights trends, insights, comparisons, and forecasts.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D088CCB-A46D-39F0-CFAD-522267898B98}"/>
              </a:ext>
            </a:extLst>
          </p:cNvPr>
          <p:cNvCxnSpPr>
            <a:cxnSpLocks/>
          </p:cNvCxnSpPr>
          <p:nvPr/>
        </p:nvCxnSpPr>
        <p:spPr>
          <a:xfrm flipV="1">
            <a:off x="3747246" y="2983508"/>
            <a:ext cx="672357" cy="420772"/>
          </a:xfrm>
          <a:prstGeom prst="bentConnector3">
            <a:avLst>
              <a:gd name="adj1" fmla="val -2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FD66762-403D-1533-84D6-66BAA9B25209}"/>
              </a:ext>
            </a:extLst>
          </p:cNvPr>
          <p:cNvCxnSpPr>
            <a:cxnSpLocks/>
          </p:cNvCxnSpPr>
          <p:nvPr/>
        </p:nvCxnSpPr>
        <p:spPr>
          <a:xfrm flipV="1">
            <a:off x="6777318" y="4132729"/>
            <a:ext cx="1878722" cy="281528"/>
          </a:xfrm>
          <a:prstGeom prst="bentConnector3">
            <a:avLst>
              <a:gd name="adj1" fmla="val -15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8406D3A-C37D-CD71-F797-3A67A50F6550}"/>
              </a:ext>
            </a:extLst>
          </p:cNvPr>
          <p:cNvCxnSpPr>
            <a:cxnSpLocks/>
          </p:cNvCxnSpPr>
          <p:nvPr/>
        </p:nvCxnSpPr>
        <p:spPr>
          <a:xfrm>
            <a:off x="2137914" y="3764101"/>
            <a:ext cx="1609332" cy="8437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4DD78FF-38EB-B72E-088E-29F59B3F72E7}"/>
              </a:ext>
            </a:extLst>
          </p:cNvPr>
          <p:cNvSpPr txBox="1"/>
          <p:nvPr/>
        </p:nvSpPr>
        <p:spPr>
          <a:xfrm>
            <a:off x="360275" y="4846188"/>
            <a:ext cx="236499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This is an Agent Store where you can find agents built by Microsoft, your org. and by you</a:t>
            </a:r>
          </a:p>
        </p:txBody>
      </p:sp>
    </p:spTree>
    <p:extLst>
      <p:ext uri="{BB962C8B-B14F-4D97-AF65-F5344CB8AC3E}">
        <p14:creationId xmlns:p14="http://schemas.microsoft.com/office/powerpoint/2010/main" val="414352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F173-37EB-5B7E-8BAC-643D3629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FA4BA7D-2000-2EA0-857C-DC7020422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405"/>
            <a:ext cx="12192000" cy="6430595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2FB79AA9-3269-5F85-453E-124AA31EC4CE}"/>
              </a:ext>
            </a:extLst>
          </p:cNvPr>
          <p:cNvSpPr/>
          <p:nvPr/>
        </p:nvSpPr>
        <p:spPr>
          <a:xfrm>
            <a:off x="162261" y="1522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- M365 Copilot agent?</a:t>
            </a:r>
            <a:endParaRPr lang="en-US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BE003E-964B-EFFA-A475-ED1AC1561D6E}"/>
              </a:ext>
            </a:extLst>
          </p:cNvPr>
          <p:cNvSpPr txBox="1"/>
          <p:nvPr/>
        </p:nvSpPr>
        <p:spPr>
          <a:xfrm>
            <a:off x="6897701" y="3960622"/>
            <a:ext cx="291917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Provide Instructions to precisely follow and build an Agent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B79F4C-E6F8-2C27-3AB1-5266C7DBCFBA}"/>
              </a:ext>
            </a:extLst>
          </p:cNvPr>
          <p:cNvSpPr txBox="1"/>
          <p:nvPr/>
        </p:nvSpPr>
        <p:spPr>
          <a:xfrm>
            <a:off x="7919678" y="1484455"/>
            <a:ext cx="106295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Name your Agent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0431B-108B-B37E-0D13-6AA919707BED}"/>
              </a:ext>
            </a:extLst>
          </p:cNvPr>
          <p:cNvSpPr txBox="1"/>
          <p:nvPr/>
        </p:nvSpPr>
        <p:spPr>
          <a:xfrm>
            <a:off x="9354668" y="1090010"/>
            <a:ext cx="188259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Choose your LLM Model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A3ED90-C566-2775-041C-B89E96DC5423}"/>
              </a:ext>
            </a:extLst>
          </p:cNvPr>
          <p:cNvCxnSpPr>
            <a:cxnSpLocks/>
          </p:cNvCxnSpPr>
          <p:nvPr/>
        </p:nvCxnSpPr>
        <p:spPr>
          <a:xfrm>
            <a:off x="7458635" y="1746065"/>
            <a:ext cx="3944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ACC11ED-1C3C-9EFE-B25D-15F3A9767A7D}"/>
              </a:ext>
            </a:extLst>
          </p:cNvPr>
          <p:cNvCxnSpPr/>
          <p:nvPr/>
        </p:nvCxnSpPr>
        <p:spPr>
          <a:xfrm rot="10800000">
            <a:off x="11340353" y="1228509"/>
            <a:ext cx="358588" cy="138500"/>
          </a:xfrm>
          <a:prstGeom prst="bentConnector3">
            <a:avLst>
              <a:gd name="adj1" fmla="val 25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2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6A17-A7F3-CF33-581C-ADF2A6F2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B8CE47-8A00-60DC-8C1E-5DB8BA9B7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704"/>
            <a:ext cx="12192000" cy="6498989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0F543464-FBFD-7DAF-CE4B-33195A9F32B3}"/>
              </a:ext>
            </a:extLst>
          </p:cNvPr>
          <p:cNvSpPr/>
          <p:nvPr/>
        </p:nvSpPr>
        <p:spPr>
          <a:xfrm>
            <a:off x="162261" y="1522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- M365 Copilot agent?</a:t>
            </a:r>
            <a:endParaRPr lang="en-US" sz="2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D18F15-4C7F-28D4-DF9F-623DE7D2D2AA}"/>
              </a:ext>
            </a:extLst>
          </p:cNvPr>
          <p:cNvSpPr txBox="1"/>
          <p:nvPr/>
        </p:nvSpPr>
        <p:spPr>
          <a:xfrm>
            <a:off x="9354668" y="1383315"/>
            <a:ext cx="18825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Add you knowledge source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5C0A278-FE77-29E0-E2D2-FEA118C63AF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022594" y="2357664"/>
            <a:ext cx="972562" cy="1479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7957B8-FE09-FE0A-EB6E-69873F8A1CC1}"/>
              </a:ext>
            </a:extLst>
          </p:cNvPr>
          <p:cNvCxnSpPr/>
          <p:nvPr/>
        </p:nvCxnSpPr>
        <p:spPr>
          <a:xfrm>
            <a:off x="7315200" y="4876800"/>
            <a:ext cx="6723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5B1A2A-655B-2EF3-1F95-CA5D7EBE1443}"/>
              </a:ext>
            </a:extLst>
          </p:cNvPr>
          <p:cNvSpPr txBox="1"/>
          <p:nvPr/>
        </p:nvSpPr>
        <p:spPr>
          <a:xfrm>
            <a:off x="8072714" y="4738272"/>
            <a:ext cx="290905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Add data sources enabled by your org.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E1F479-59C2-6D24-F392-F4D0275B7814}"/>
              </a:ext>
            </a:extLst>
          </p:cNvPr>
          <p:cNvSpPr txBox="1"/>
          <p:nvPr/>
        </p:nvSpPr>
        <p:spPr>
          <a:xfrm>
            <a:off x="8072714" y="4246837"/>
            <a:ext cx="290905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dirty="0"/>
              <a:t>Use org chart and profile data to answer people questions.</a:t>
            </a:r>
            <a:endParaRPr lang="en-IN" sz="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CDA765-80D6-720F-D7B1-85A47D43B333}"/>
              </a:ext>
            </a:extLst>
          </p:cNvPr>
          <p:cNvCxnSpPr>
            <a:cxnSpLocks/>
          </p:cNvCxnSpPr>
          <p:nvPr/>
        </p:nvCxnSpPr>
        <p:spPr>
          <a:xfrm>
            <a:off x="7611034" y="4403266"/>
            <a:ext cx="349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A8E64B-6021-1867-26A9-D44E04EACFA7}"/>
              </a:ext>
            </a:extLst>
          </p:cNvPr>
          <p:cNvSpPr txBox="1"/>
          <p:nvPr/>
        </p:nvSpPr>
        <p:spPr>
          <a:xfrm>
            <a:off x="7368987" y="3787181"/>
            <a:ext cx="386827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/>
              <a:t>Restrict your agent's overall scope when accuracy is critical.</a:t>
            </a:r>
            <a:endParaRPr lang="en-IN" sz="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A67A0D-CBAA-BD1E-3A07-A18CC32D3E91}"/>
              </a:ext>
            </a:extLst>
          </p:cNvPr>
          <p:cNvCxnSpPr>
            <a:cxnSpLocks/>
          </p:cNvCxnSpPr>
          <p:nvPr/>
        </p:nvCxnSpPr>
        <p:spPr>
          <a:xfrm>
            <a:off x="7010398" y="3895468"/>
            <a:ext cx="349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6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journey - Build your own agent: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30352" cy="530352"/>
          </a:xfrm>
          <a:prstGeom prst="ellipse">
            <a:avLst/>
          </a:prstGeom>
          <a:solidFill>
            <a:srgbClr val="60A5FA">
              <a:alpha val="88000"/>
            </a:srgbClr>
          </a:solidFill>
          <a:ln w="1397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16736" y="1783080"/>
            <a:ext cx="1078992" cy="219456"/>
          </a:xfrm>
          <a:prstGeom prst="chevron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73152" cy="2148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Start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159105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Open M365 Copilot and select New Agent.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962656" y="1600200"/>
            <a:ext cx="530352" cy="530352"/>
          </a:xfrm>
          <a:prstGeom prst="ellipse">
            <a:avLst/>
          </a:prstGeom>
          <a:solidFill>
            <a:srgbClr val="A78BFA">
              <a:alpha val="88000"/>
            </a:srgbClr>
          </a:solidFill>
          <a:ln w="1397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62656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21024" y="1783080"/>
            <a:ext cx="1078992" cy="219456"/>
          </a:xfrm>
          <a:prstGeom prst="chevron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871216" y="2395728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871216" y="2395728"/>
            <a:ext cx="73152" cy="2148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99816" y="25603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Describe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99816" y="2926080"/>
            <a:ext cx="159105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Provide Name and Description to your Copilot Agent.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266944" y="1600200"/>
            <a:ext cx="530352" cy="530352"/>
          </a:xfrm>
          <a:prstGeom prst="ellipse">
            <a:avLst/>
          </a:prstGeom>
          <a:solidFill>
            <a:srgbClr val="2DD4BF">
              <a:alpha val="88000"/>
            </a:srgbClr>
          </a:solidFill>
          <a:ln w="1397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66944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25312" y="1783080"/>
            <a:ext cx="1078992" cy="219456"/>
          </a:xfrm>
          <a:prstGeom prst="chevron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75504" y="2395728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75504" y="2395728"/>
            <a:ext cx="73152" cy="21488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04104" y="25603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Configure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04104" y="2926080"/>
            <a:ext cx="159105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Add instructions, knowledge, and suggested prompts.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571232" y="1600200"/>
            <a:ext cx="530352" cy="530352"/>
          </a:xfrm>
          <a:prstGeom prst="ellipse">
            <a:avLst/>
          </a:prstGeom>
          <a:solidFill>
            <a:srgbClr val="34D399">
              <a:alpha val="88000"/>
            </a:srgbClr>
          </a:solidFill>
          <a:ln w="1397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71232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1783080"/>
            <a:ext cx="1078992" cy="219456"/>
          </a:xfrm>
          <a:prstGeom prst="chevron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79792" y="2395728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79792" y="2395728"/>
            <a:ext cx="73152" cy="2148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08392" y="25603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Test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08392" y="2926080"/>
            <a:ext cx="159105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Ask sample questions and refine behavior.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875520" y="1600200"/>
            <a:ext cx="530352" cy="530352"/>
          </a:xfrm>
          <a:prstGeom prst="ellipse">
            <a:avLst/>
          </a:prstGeom>
          <a:solidFill>
            <a:srgbClr val="F59E0B">
              <a:alpha val="88000"/>
            </a:srgbClr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875520" y="17556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33888" y="1783080"/>
            <a:ext cx="1078992" cy="219456"/>
          </a:xfrm>
          <a:prstGeom prst="chevron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784080" y="2395728"/>
            <a:ext cx="1938528" cy="2148840"/>
          </a:xfrm>
          <a:prstGeom prst="roundRect">
            <a:avLst>
              <a:gd name="adj" fmla="val 5660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784080" y="2395728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012680" y="25603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Create / Share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12680" y="2926080"/>
            <a:ext cx="159105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CBD5E1"/>
                </a:solidFill>
              </a:rPr>
              <a:t>Use it yourself or share if allowed.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1051560" y="51663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Keep the build purposeful: one agent, one clear workflow, trusted sources, and a human review step.</a:t>
            </a:r>
            <a:endParaRPr lang="en-US" sz="18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476</Words>
  <Application>Microsoft Office PowerPoint</Application>
  <PresentationFormat>Widescreen</PresentationFormat>
  <Paragraphs>51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 Copilot Agents - Features overview</dc:title>
  <dc:subject>M365 Copilot Agents features</dc:subject>
  <dc:creator>Priyadharshini N</dc:creator>
  <cp:lastModifiedBy>Priyadharshini N</cp:lastModifiedBy>
  <cp:revision>2</cp:revision>
  <dcterms:created xsi:type="dcterms:W3CDTF">2026-08-12T09:25:06Z</dcterms:created>
  <dcterms:modified xsi:type="dcterms:W3CDTF">2026-08-12T15:51:45Z</dcterms:modified>
</cp:coreProperties>
</file>