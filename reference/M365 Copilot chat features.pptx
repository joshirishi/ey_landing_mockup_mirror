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56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D2FCB-FF8A-62C3-42EE-1D97D6B6A3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352F52-C328-4D17-6173-52976D386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812CC-A691-6402-2B1A-2C47C8772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D41ED-3456-2CA0-6E1A-75A5F4A27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EEC2E8-3477-4819-CCFB-692C8B4C6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194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F747C-6D4A-2FB3-2DD0-2439AAAAC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CFF4D-5F1A-11BE-4C73-DDBC646792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3BE1E-494E-F9BE-BA7C-4DFF6E91C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A8722-42B5-ABAD-4DB7-A88CC92E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3A40E7-D710-1929-8201-534F69B03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80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79F9A-6A45-2862-7DCF-6A6118AFA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72F08-C519-D712-D51E-6151D9E6C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5A975-09E6-F2D1-21C8-000AF7F2E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FF32B-09D4-7AAE-68FE-99A2389AC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78267-1AFE-61F1-E9B4-204F87104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7614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A0DAE-CC96-950A-8A14-B03BDF547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B0F76-6C66-9DEA-CB63-52E36A84F1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F30306-4925-46CC-B99D-0133041CB6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27DB9A-4B8C-00AF-AF40-46BBA0312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777A5F-230C-B934-9070-5AAD27287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221CB4-C933-59B9-B4E8-B186A149C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397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65A6A-4D47-84AC-6160-35C063A3A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2CD39C-007D-37CB-90FC-FC12D9CED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81CF1-26FE-6484-E4AC-2006AC8AA2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45AE1BF-2CB5-B0BC-95CF-58CD921993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3844CB-03AB-7CFC-36E8-9F1E3BF673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989D97-DA41-83FC-21B1-8926E2A0CA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838554-6D4D-8455-ACE9-90E16F89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1E01CF-DA4A-0318-ABDC-11EEDC094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81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5DC53-51A1-FC5E-5154-654B384F4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86671F-848B-332D-E7B4-FFE6365B8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0CD10A-E9B2-5E92-E7A8-732B56BED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95C7FE-5907-6CDE-D12F-F94115B2E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5170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0A9592-3448-D03E-301B-DED9089B8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F67F70-9438-017C-0F7F-50F907A9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4D4D9B-A9A4-4E78-DC32-56E533A56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040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417FD-0BA4-8050-0208-5DDEB4E8A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6E6CE-DD01-CB52-F1AF-572A5F8D6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05DD2-4382-1CC8-4FF9-711775BD08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8FA62-677E-1960-2C1A-328C2C876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CD9527-26AF-6596-FCA3-F163A886B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0FA719-3C06-0CE5-B11F-101D3B48B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7028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F59CB-D549-1268-25BB-696D8EE64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E0F867-B59A-F46C-D96B-4E2A6D68D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FC2A52-0647-B9FB-1142-AEC7AE587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2BE3AA-F001-E32B-5181-580E74B49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6BEA59-FEB4-8559-CFC0-494273EF5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A87C41-2613-3E7A-A417-A9D981BF2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243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B58D0-315B-235D-B95B-9EBC7193EA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2AFAF0-1F57-955F-E586-D7C34DBF8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E6E7B8-3B92-2499-D73D-5DF50070D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7D5F5-099E-85A9-1BA4-8133CC23A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52948-1986-15BB-4260-A97351745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58991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C84E9-51D5-EF9B-264D-728E7E062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D5A324-8C1E-9816-EF01-081F320471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D99D1-78A6-5F9F-3EF6-DA8FFFD93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A6F293-FA4C-3C72-0FEA-2B49A060D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554A19-DAC1-0BB5-11AA-803FFE28D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606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41A3B7-AA2F-985E-86DC-81EE41A2B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F4FCA-95CD-B9C1-0F17-4BF8EA2C3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4D4F70-9D81-E350-F133-4AFB7780A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A3251-42F6-43C2-9E38-A6152E311A2E}" type="datetimeFigureOut">
              <a:rPr lang="en-IN" smtClean="0"/>
              <a:t>07-08-2026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F8E80-5594-0B90-E65C-EE7D6A59B3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7D1D6-C4D1-8964-A794-65666233C5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5D816D-344A-453D-8BBF-0A008126032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90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F0C083-4A2C-D52C-0778-0A7757073F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00" y="133028"/>
            <a:ext cx="11992800" cy="6318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3738F2A-95EF-3E11-F60A-AB10395B2CB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494" y="4803492"/>
            <a:ext cx="2048719" cy="1070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11B977-553F-2E78-F583-FC183C43C5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6218" y="2907171"/>
            <a:ext cx="2048719" cy="669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0026DF9-5935-2DBA-8CD9-A8F28E482976}"/>
              </a:ext>
            </a:extLst>
          </p:cNvPr>
          <p:cNvCxnSpPr/>
          <p:nvPr/>
        </p:nvCxnSpPr>
        <p:spPr>
          <a:xfrm>
            <a:off x="2280213" y="891249"/>
            <a:ext cx="7523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C297EB-B3DA-D347-03B2-CFAAD1533F19}"/>
              </a:ext>
            </a:extLst>
          </p:cNvPr>
          <p:cNvSpPr txBox="1"/>
          <p:nvPr/>
        </p:nvSpPr>
        <p:spPr>
          <a:xfrm>
            <a:off x="2951546" y="725785"/>
            <a:ext cx="19676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Start a new chat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41BE293-5DAA-32A3-BA1F-139E636EEEC2}"/>
              </a:ext>
            </a:extLst>
          </p:cNvPr>
          <p:cNvCxnSpPr/>
          <p:nvPr/>
        </p:nvCxnSpPr>
        <p:spPr>
          <a:xfrm>
            <a:off x="1089949" y="1223495"/>
            <a:ext cx="75235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54F6C63-068F-2C54-A6B9-3A4C361B6B4A}"/>
              </a:ext>
            </a:extLst>
          </p:cNvPr>
          <p:cNvSpPr txBox="1">
            <a:spLocks/>
          </p:cNvSpPr>
          <p:nvPr/>
        </p:nvSpPr>
        <p:spPr>
          <a:xfrm>
            <a:off x="1950690" y="1124160"/>
            <a:ext cx="3667247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Finds information quickly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Returns files, emails, meetings, people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Best when you know you're looking for something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effectLst/>
              </a:rPr>
              <a:t>Acts like an AI-powered search engine</a:t>
            </a:r>
            <a:endParaRPr lang="en-IN" sz="1400" dirty="0"/>
          </a:p>
        </p:txBody>
      </p: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4A8B231B-5610-BDFB-9DAD-4724E31850C6}"/>
              </a:ext>
            </a:extLst>
          </p:cNvPr>
          <p:cNvCxnSpPr/>
          <p:nvPr/>
        </p:nvCxnSpPr>
        <p:spPr>
          <a:xfrm>
            <a:off x="972273" y="1554420"/>
            <a:ext cx="1342664" cy="980433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5226CF62-22FC-7B9C-1677-0B7342D87DAA}"/>
              </a:ext>
            </a:extLst>
          </p:cNvPr>
          <p:cNvSpPr txBox="1"/>
          <p:nvPr/>
        </p:nvSpPr>
        <p:spPr>
          <a:xfrm>
            <a:off x="2314936" y="2345282"/>
            <a:ext cx="4294207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</a:rPr>
              <a:t>Your central hub for all Copilot-generated content, such as Pages, images, infographics, and items shared with you.</a:t>
            </a:r>
            <a:endParaRPr lang="en-IN" sz="1400" dirty="0"/>
          </a:p>
        </p:txBody>
      </p: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E45483BC-FCC3-0710-EAB5-02C4EC71E542}"/>
              </a:ext>
            </a:extLst>
          </p:cNvPr>
          <p:cNvCxnSpPr>
            <a:cxnSpLocks/>
          </p:cNvCxnSpPr>
          <p:nvPr/>
        </p:nvCxnSpPr>
        <p:spPr>
          <a:xfrm rot="16200000" flipH="1">
            <a:off x="929187" y="2656708"/>
            <a:ext cx="1098957" cy="445625"/>
          </a:xfrm>
          <a:prstGeom prst="bentConnector3">
            <a:avLst>
              <a:gd name="adj1" fmla="val 10160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731BCE3-1C42-3F5D-B69A-538613952CC2}"/>
              </a:ext>
            </a:extLst>
          </p:cNvPr>
          <p:cNvSpPr txBox="1"/>
          <p:nvPr/>
        </p:nvSpPr>
        <p:spPr>
          <a:xfrm>
            <a:off x="1985059" y="3135517"/>
            <a:ext cx="1451407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</a:rPr>
              <a:t>Performs deep, multi-step research across your work data and the web to deliver a structured, source-cited report.</a:t>
            </a:r>
            <a:endParaRPr lang="en-IN" sz="1400" dirty="0"/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0C502FCE-BF19-6A75-3E6C-F44732934D8D}"/>
              </a:ext>
            </a:extLst>
          </p:cNvPr>
          <p:cNvCxnSpPr>
            <a:cxnSpLocks/>
          </p:cNvCxnSpPr>
          <p:nvPr/>
        </p:nvCxnSpPr>
        <p:spPr>
          <a:xfrm rot="16200000" flipH="1">
            <a:off x="-118586" y="3814440"/>
            <a:ext cx="2971690" cy="668439"/>
          </a:xfrm>
          <a:prstGeom prst="bentConnector3">
            <a:avLst>
              <a:gd name="adj1" fmla="val 9985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773D9EF3-71C6-8C71-B017-3855E323A3D2}"/>
              </a:ext>
            </a:extLst>
          </p:cNvPr>
          <p:cNvSpPr txBox="1"/>
          <p:nvPr/>
        </p:nvSpPr>
        <p:spPr>
          <a:xfrm>
            <a:off x="1930685" y="5296200"/>
            <a:ext cx="2895957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i="1" dirty="0" err="1">
                <a:effectLst/>
              </a:rPr>
              <a:t>Analyzes</a:t>
            </a:r>
            <a:r>
              <a:rPr lang="en-IN" sz="1400" i="1" dirty="0">
                <a:effectLst/>
              </a:rPr>
              <a:t> data, identifies patterns, and turns raw information into insights, forecasts, and visualizations. It </a:t>
            </a:r>
            <a:r>
              <a:rPr lang="en-IN" sz="1400" b="0" i="1" dirty="0">
                <a:solidFill>
                  <a:srgbClr val="17253D"/>
                </a:solidFill>
                <a:effectLst/>
                <a:latin typeface="Segoe UI" panose="020B0502040204020203" pitchFamily="34" charset="0"/>
              </a:rPr>
              <a:t>thinks like a skilled data scientist, so you can go from raw data to insights in minutes.</a:t>
            </a:r>
            <a:endParaRPr lang="en-IN" sz="1400" i="1" dirty="0"/>
          </a:p>
        </p:txBody>
      </p:sp>
    </p:spTree>
    <p:extLst>
      <p:ext uri="{BB962C8B-B14F-4D97-AF65-F5344CB8AC3E}">
        <p14:creationId xmlns:p14="http://schemas.microsoft.com/office/powerpoint/2010/main" val="214793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906757-44D2-74C7-D406-C4215D71F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C17AB46-E50E-BB35-2569-D9F3007FCD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600" y="133028"/>
            <a:ext cx="11992800" cy="631825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ABDD167-B98D-8697-2EA2-15C84CCE0C9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31494" y="4803492"/>
            <a:ext cx="2048719" cy="10706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A28BEA6-70E5-2BD4-A497-D1402EBA566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66218" y="2907171"/>
            <a:ext cx="2048719" cy="6694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EEF2143-4A77-2D34-FF83-7DA7A4CE008E}"/>
              </a:ext>
            </a:extLst>
          </p:cNvPr>
          <p:cNvSpPr txBox="1"/>
          <p:nvPr/>
        </p:nvSpPr>
        <p:spPr>
          <a:xfrm>
            <a:off x="306729" y="4803492"/>
            <a:ext cx="189824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</a:rPr>
              <a:t>All your previous chats are displayed here</a:t>
            </a:r>
            <a:endParaRPr lang="en-IN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3C4B91-7546-3C17-EE9A-254BB1AF8687}"/>
              </a:ext>
            </a:extLst>
          </p:cNvPr>
          <p:cNvSpPr txBox="1"/>
          <p:nvPr/>
        </p:nvSpPr>
        <p:spPr>
          <a:xfrm>
            <a:off x="1532431" y="3429000"/>
            <a:ext cx="189824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</a:rPr>
              <a:t>Build your own AI expert for a specific business need.</a:t>
            </a:r>
            <a:endParaRPr lang="en-IN" sz="14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E847714-8780-F6D5-06BB-58058576A089}"/>
              </a:ext>
            </a:extLst>
          </p:cNvPr>
          <p:cNvCxnSpPr>
            <a:cxnSpLocks/>
          </p:cNvCxnSpPr>
          <p:nvPr/>
        </p:nvCxnSpPr>
        <p:spPr>
          <a:xfrm>
            <a:off x="1255853" y="3738622"/>
            <a:ext cx="27657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CEE8E7A-A3F4-C506-6E73-09A6394F9A42}"/>
              </a:ext>
            </a:extLst>
          </p:cNvPr>
          <p:cNvSpPr txBox="1"/>
          <p:nvPr/>
        </p:nvSpPr>
        <p:spPr>
          <a:xfrm>
            <a:off x="2657105" y="1145386"/>
            <a:ext cx="189824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</a:rPr>
              <a:t>The difference between generic AI and AI that knows your work.</a:t>
            </a:r>
            <a:endParaRPr lang="en-IN" sz="1400" dirty="0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F00A61F3-F917-B1A4-4A9C-ED58D66C5AE9}"/>
              </a:ext>
            </a:extLst>
          </p:cNvPr>
          <p:cNvCxnSpPr>
            <a:cxnSpLocks/>
          </p:cNvCxnSpPr>
          <p:nvPr/>
        </p:nvCxnSpPr>
        <p:spPr>
          <a:xfrm>
            <a:off x="3017134" y="731134"/>
            <a:ext cx="0" cy="414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0BDAB3E-EA04-A1B7-475C-7AD5AF2123C8}"/>
              </a:ext>
            </a:extLst>
          </p:cNvPr>
          <p:cNvSpPr txBox="1"/>
          <p:nvPr/>
        </p:nvSpPr>
        <p:spPr>
          <a:xfrm>
            <a:off x="4279488" y="162154"/>
            <a:ext cx="2514849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i="1" dirty="0">
                <a:effectLst/>
              </a:rPr>
              <a:t>Automatically selects the most suitable LLM and reasoning level for your task.</a:t>
            </a:r>
            <a:r>
              <a:rPr lang="en-IN" sz="1400" dirty="0">
                <a:effectLst/>
              </a:rPr>
              <a:t> </a:t>
            </a:r>
            <a:endParaRPr lang="en-IN" sz="14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0553A42-6FF0-DE0B-7306-F1E8029E34E2}"/>
              </a:ext>
            </a:extLst>
          </p:cNvPr>
          <p:cNvCxnSpPr>
            <a:cxnSpLocks/>
          </p:cNvCxnSpPr>
          <p:nvPr/>
        </p:nvCxnSpPr>
        <p:spPr>
          <a:xfrm>
            <a:off x="3979760" y="463416"/>
            <a:ext cx="37231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2803D952-53AE-1E10-416A-DF07933F1C4E}"/>
              </a:ext>
            </a:extLst>
          </p:cNvPr>
          <p:cNvSpPr txBox="1"/>
          <p:nvPr/>
        </p:nvSpPr>
        <p:spPr>
          <a:xfrm>
            <a:off x="7197023" y="622166"/>
            <a:ext cx="3056928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i="1" dirty="0"/>
              <a:t>New Design with same capabilities</a:t>
            </a:r>
          </a:p>
          <a:p>
            <a:endParaRPr lang="en-IN" sz="1400" dirty="0"/>
          </a:p>
        </p:txBody>
      </p: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2DDF645E-4F9A-73FD-C874-A0907C75FC45}"/>
              </a:ext>
            </a:extLst>
          </p:cNvPr>
          <p:cNvCxnSpPr>
            <a:cxnSpLocks/>
          </p:cNvCxnSpPr>
          <p:nvPr/>
        </p:nvCxnSpPr>
        <p:spPr>
          <a:xfrm rot="5400000">
            <a:off x="9354582" y="427634"/>
            <a:ext cx="215444" cy="173620"/>
          </a:xfrm>
          <a:prstGeom prst="bentConnector3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0E8D84D1-A84C-3945-D257-F83EB0585B1B}"/>
              </a:ext>
            </a:extLst>
          </p:cNvPr>
          <p:cNvSpPr txBox="1"/>
          <p:nvPr/>
        </p:nvSpPr>
        <p:spPr>
          <a:xfrm>
            <a:off x="4733545" y="5350930"/>
            <a:ext cx="3056928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0" i="0" dirty="0">
                <a:solidFill>
                  <a:srgbClr val="242424"/>
                </a:solidFill>
                <a:effectLst/>
                <a:latin typeface="Segoe Sans"/>
              </a:rPr>
              <a:t>Prompts with a clear goal, context, and references generate the best results.</a:t>
            </a:r>
            <a:endParaRPr lang="en-IN" sz="1400" dirty="0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6C728F5-6F4D-507F-894C-5C06B6D846D5}"/>
              </a:ext>
            </a:extLst>
          </p:cNvPr>
          <p:cNvCxnSpPr>
            <a:cxnSpLocks/>
          </p:cNvCxnSpPr>
          <p:nvPr/>
        </p:nvCxnSpPr>
        <p:spPr>
          <a:xfrm>
            <a:off x="5866435" y="4471686"/>
            <a:ext cx="0" cy="867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DE47B5C-3658-B140-3859-7B24FC62D75C}"/>
              </a:ext>
            </a:extLst>
          </p:cNvPr>
          <p:cNvCxnSpPr>
            <a:cxnSpLocks/>
          </p:cNvCxnSpPr>
          <p:nvPr/>
        </p:nvCxnSpPr>
        <p:spPr>
          <a:xfrm>
            <a:off x="3773347" y="4305689"/>
            <a:ext cx="0" cy="8671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5930529A-C8CD-F61A-ACBB-164A2D57C0B3}"/>
              </a:ext>
            </a:extLst>
          </p:cNvPr>
          <p:cNvSpPr txBox="1"/>
          <p:nvPr/>
        </p:nvSpPr>
        <p:spPr>
          <a:xfrm>
            <a:off x="2557756" y="5179885"/>
            <a:ext cx="1898246" cy="11695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0" i="0" dirty="0">
                <a:solidFill>
                  <a:srgbClr val="242424"/>
                </a:solidFill>
                <a:effectLst/>
                <a:latin typeface="Segoe Sans"/>
              </a:rPr>
              <a:t>Add specific work content like files, meetings, emails, and more for a focused response.</a:t>
            </a:r>
            <a:endParaRPr lang="en-IN" sz="1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ABFB254-030F-D17E-957A-11A9D90799A5}"/>
              </a:ext>
            </a:extLst>
          </p:cNvPr>
          <p:cNvSpPr txBox="1"/>
          <p:nvPr/>
        </p:nvSpPr>
        <p:spPr>
          <a:xfrm>
            <a:off x="10412859" y="3292153"/>
            <a:ext cx="108080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0" i="0" dirty="0">
                <a:solidFill>
                  <a:srgbClr val="242424"/>
                </a:solidFill>
                <a:effectLst/>
                <a:latin typeface="Segoe Sans"/>
              </a:rPr>
              <a:t>Voice chat</a:t>
            </a:r>
            <a:endParaRPr lang="en-IN" sz="1400" dirty="0"/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226B4D56-D7A8-931B-C92B-92967BAA88F8}"/>
              </a:ext>
            </a:extLst>
          </p:cNvPr>
          <p:cNvCxnSpPr>
            <a:cxnSpLocks/>
          </p:cNvCxnSpPr>
          <p:nvPr/>
        </p:nvCxnSpPr>
        <p:spPr>
          <a:xfrm flipV="1">
            <a:off x="10872234" y="3692530"/>
            <a:ext cx="1" cy="272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C4036CB3-8C02-8E34-38A3-7AD1EA78ACBA}"/>
              </a:ext>
            </a:extLst>
          </p:cNvPr>
          <p:cNvCxnSpPr>
            <a:cxnSpLocks/>
          </p:cNvCxnSpPr>
          <p:nvPr/>
        </p:nvCxnSpPr>
        <p:spPr>
          <a:xfrm flipV="1">
            <a:off x="10482309" y="4305689"/>
            <a:ext cx="1" cy="272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9DFFED5D-82B1-B9FA-3D2A-FC81B2703FD6}"/>
              </a:ext>
            </a:extLst>
          </p:cNvPr>
          <p:cNvSpPr txBox="1"/>
          <p:nvPr/>
        </p:nvSpPr>
        <p:spPr>
          <a:xfrm>
            <a:off x="10090695" y="4605836"/>
            <a:ext cx="1333512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0" i="0" dirty="0">
                <a:solidFill>
                  <a:srgbClr val="242424"/>
                </a:solidFill>
                <a:effectLst/>
                <a:latin typeface="Segoe Sans"/>
              </a:rPr>
              <a:t>Start dictating</a:t>
            </a:r>
            <a:endParaRPr lang="en-IN" sz="1400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2BC0A86-0B3C-1F2A-33F2-D24C56C88C14}"/>
              </a:ext>
            </a:extLst>
          </p:cNvPr>
          <p:cNvCxnSpPr>
            <a:cxnSpLocks/>
          </p:cNvCxnSpPr>
          <p:nvPr/>
        </p:nvCxnSpPr>
        <p:spPr>
          <a:xfrm flipV="1">
            <a:off x="11424206" y="583040"/>
            <a:ext cx="1" cy="2721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67AAA9EF-5591-55D9-DBF2-76499B281045}"/>
              </a:ext>
            </a:extLst>
          </p:cNvPr>
          <p:cNvSpPr txBox="1"/>
          <p:nvPr/>
        </p:nvSpPr>
        <p:spPr>
          <a:xfrm>
            <a:off x="10567687" y="909178"/>
            <a:ext cx="162431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b="0" i="0" dirty="0">
                <a:solidFill>
                  <a:srgbClr val="242424"/>
                </a:solidFill>
                <a:effectLst/>
                <a:latin typeface="Segoe Sans"/>
              </a:rPr>
              <a:t>Start a temporary chat</a:t>
            </a:r>
            <a:endParaRPr lang="en-IN" sz="1400" dirty="0"/>
          </a:p>
        </p:txBody>
      </p: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06253DD-7BC7-B49C-57B6-B3AAEF6F0A2E}"/>
              </a:ext>
            </a:extLst>
          </p:cNvPr>
          <p:cNvCxnSpPr>
            <a:cxnSpLocks/>
          </p:cNvCxnSpPr>
          <p:nvPr/>
        </p:nvCxnSpPr>
        <p:spPr>
          <a:xfrm rot="16200000" flipV="1">
            <a:off x="1751557" y="1037220"/>
            <a:ext cx="2284229" cy="1226917"/>
          </a:xfrm>
          <a:prstGeom prst="bentConnector3">
            <a:avLst>
              <a:gd name="adj1" fmla="val -168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50E6A0C2-71D7-CEF7-EEEE-EF5B3CDE3772}"/>
              </a:ext>
            </a:extLst>
          </p:cNvPr>
          <p:cNvSpPr txBox="1"/>
          <p:nvPr/>
        </p:nvSpPr>
        <p:spPr>
          <a:xfrm>
            <a:off x="3546426" y="2304408"/>
            <a:ext cx="189824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</a:rPr>
              <a:t>Your gateway to apps, agents, and tools that help Copilot get work done.</a:t>
            </a:r>
            <a:endParaRPr lang="en-IN" sz="1400" dirty="0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2F8F7D2D-6D5F-6001-E3F4-997D49124E6E}"/>
              </a:ext>
            </a:extLst>
          </p:cNvPr>
          <p:cNvCxnSpPr>
            <a:cxnSpLocks/>
          </p:cNvCxnSpPr>
          <p:nvPr/>
        </p:nvCxnSpPr>
        <p:spPr>
          <a:xfrm>
            <a:off x="5444674" y="2781461"/>
            <a:ext cx="6513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F04E96B8-FD73-0E07-AB5E-D0BDDE8960B0}"/>
              </a:ext>
            </a:extLst>
          </p:cNvPr>
          <p:cNvSpPr txBox="1"/>
          <p:nvPr/>
        </p:nvSpPr>
        <p:spPr>
          <a:xfrm>
            <a:off x="6096000" y="2292589"/>
            <a:ext cx="2677610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</a:rPr>
              <a:t>Turns ideas into professional content such as images, videos, surveys, pages, and other branded assets using AI.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398598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3440</TotalTime>
  <Words>236</Words>
  <Application>Microsoft Office PowerPoint</Application>
  <PresentationFormat>Widescreen</PresentationFormat>
  <Paragraphs>20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Segoe Sans</vt:lpstr>
      <vt:lpstr>Segoe UI</vt:lpstr>
      <vt:lpstr>Office Theme</vt:lpstr>
      <vt:lpstr>PowerPoint Presentation</vt:lpstr>
      <vt:lpstr>PowerPoint Presentation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Priyadharshini N</dc:creator>
  <cp:lastModifiedBy>Priyadharshini N</cp:lastModifiedBy>
  <cp:revision>1</cp:revision>
  <dcterms:created xsi:type="dcterms:W3CDTF">2026-08-07T10:01:05Z</dcterms:created>
  <dcterms:modified xsi:type="dcterms:W3CDTF">2026-08-09T19:21:07Z</dcterms:modified>
</cp:coreProperties>
</file>